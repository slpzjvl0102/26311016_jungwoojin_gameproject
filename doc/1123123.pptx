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0C8786-3455-C645-23C2-6A467F187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D048F3-222F-1C1C-B5C3-87056B3BC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31834E-9843-EDDF-A831-180211ADA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9C83-307B-4539-A7F8-5C715BACAE17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4B92E5-ECF5-5AC7-E9F4-3590A5DBB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4E659A-C330-09A9-F88A-70A00090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58AC-7A6A-4BF8-8C53-2AFECDF38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032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E0DA84-72A2-5632-B84D-BF283D904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1F1378-8E80-B806-268F-4BB584ED2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285FAE-F5E6-E1E9-4F87-84770D47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9C83-307B-4539-A7F8-5C715BACAE17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23233A-1832-A5A0-338E-A4CCB08E1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F12F7F-7F1B-3C58-2F3B-635D8EA6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58AC-7A6A-4BF8-8C53-2AFECDF38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45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32B4E-0875-514A-CD9D-1AD201CE4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82FD6F-5BDF-CD12-4EF9-91E752828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0B79B6-4145-9539-21F6-DBA33DFBD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9C83-307B-4539-A7F8-5C715BACAE17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A1D77A-7D5D-0431-EB0B-A4189610C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304C47-0D84-3750-069C-730EE3340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58AC-7A6A-4BF8-8C53-2AFECDF38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312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ACC8D-E5C5-8AF8-D000-910E0E85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C314B8-833B-2B7B-DE44-1E6FC569E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065443-26AA-F0C7-0C02-D3B2AB423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DFF518-DF88-779B-70EE-A08CCB6F1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9C83-307B-4539-A7F8-5C715BACAE17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8FC4E7-65C0-079C-E5C1-CD64142A1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3238C1-612B-81D9-0D99-4944431BC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58AC-7A6A-4BF8-8C53-2AFECDF38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584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5D8A6A-0BEF-34C2-436C-59927DB0B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9A07FA-E88A-BD50-41FC-A6B9B9FD4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E5F12D-22CC-4EDE-28EE-A30C0A9FA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EA2020-479F-76F2-EA28-3CCFAD843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90EE92-C7FD-8EAD-1430-BF296B6666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445C5DA-90B3-694F-E868-D18F6C026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9C83-307B-4539-A7F8-5C715BACAE17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A79C5E-5E2F-5CA9-22E2-7C6FBCA63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987B2B4-9F82-3D5C-D594-7D6D0EE8C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58AC-7A6A-4BF8-8C53-2AFECDF38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695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233DE-613E-AE71-8677-39FFEBEA6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FE5BAA-7FAB-7EAA-FD96-BD1B77364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9C83-307B-4539-A7F8-5C715BACAE17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ED63BF-D963-C40A-FD70-4EF254A4C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42BB66-EAB9-4373-5206-C1A6B6D3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58AC-7A6A-4BF8-8C53-2AFECDF38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61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98CAB50-7552-0D84-518E-C2E836C5C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9C83-307B-4539-A7F8-5C715BACAE17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F51DF0-C708-3C80-3A69-7788CF0BA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58463E-81D0-1201-5741-6EEF33D41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58AC-7A6A-4BF8-8C53-2AFECDF38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081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D974E0-1A73-7D38-E946-D3B00EF2D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733885-3233-2E72-729E-61F02FD6C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9BF94B-A2D5-170D-C4E0-A1C400416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C717D3-49DD-93C5-3799-9428C08C8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9C83-307B-4539-A7F8-5C715BACAE17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E28C97-B30F-847E-D415-419EF348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0648A4-1A8C-ED01-974C-17EACA37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58AC-7A6A-4BF8-8C53-2AFECDF38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459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17424D-D876-3D71-F6E2-1F610AA9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E7E21E-8326-E273-6F37-A0926E551A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E41D59-A547-4FFB-44A5-37A6BA0E0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307C87-86B5-9B0F-739C-42350444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9C83-307B-4539-A7F8-5C715BACAE17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61AC90-43F5-4554-8BEE-ECA28E857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F72162-C950-550D-3CF6-AB0CF6643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58AC-7A6A-4BF8-8C53-2AFECDF38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696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217487-24AD-9227-6A3B-9CCF5A481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2324F0-437A-1538-4235-8520F1CAF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347733-A0BD-A91F-7887-404E38BA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9C83-307B-4539-A7F8-5C715BACAE17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FECC78-7B3B-214C-05E7-065C552FE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0279B8-77C1-2955-FAE9-8AB33B780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58AC-7A6A-4BF8-8C53-2AFECDF38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95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7F7CA8-28BA-12B3-2112-7ECC1BA2C7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95E760-5CA1-8EFF-D30B-50C5763C8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21E519-4EB6-7F5C-77B2-B1D1F9196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9C83-307B-4539-A7F8-5C715BACAE17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AB7A7-1A2D-2FA8-20FA-E8D5E190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17E208-33A8-E346-7F83-A76123F3C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58AC-7A6A-4BF8-8C53-2AFECDF38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97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CBCA55F-BD7F-61BC-A099-9DA1058C1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33E8E3-AF83-75D0-9B04-B4A2407FC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D35AA9-BA7E-C078-20CD-2381013CD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E9C83-307B-4539-A7F8-5C715BACAE17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F08DDC-9EBE-2267-9DF8-4A2CF1778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80CE65-E306-A97B-6B28-44D2A7CB2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E58AC-7A6A-4BF8-8C53-2AFECDF38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517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03B76-1849-3C01-29B5-D1BFBA4464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545998-3C73-0F65-45C2-A6C4DBCE94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735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정예원</dc:creator>
  <cp:lastModifiedBy>정예원</cp:lastModifiedBy>
  <cp:revision>1</cp:revision>
  <dcterms:created xsi:type="dcterms:W3CDTF">2026-08-26T03:28:27Z</dcterms:created>
  <dcterms:modified xsi:type="dcterms:W3CDTF">2026-08-26T03:28:27Z</dcterms:modified>
</cp:coreProperties>
</file>